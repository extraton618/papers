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theme/theme2.xml" ContentType="application/vnd.openxmlformats-officedocument.theme+xml"/>
  <Override PartName="/ppt/media/image8.jpeg" ContentType="image/jpeg"/>
  <Override PartName="/ppt/media/image9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Shape 369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70" name="Shape 370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3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3.pn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3.png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3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3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3.pn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3.png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1.png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1.png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1.png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1.png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1.png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1.png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1.png"/></Relationships>
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1.png"/></Relationships>
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1.png"/></Relationships>
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1.png"/></Relationships>
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3.png"/></Relationships>
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3.png"/></Relationships>
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3.png"/></Relationships>
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3.png"/></Relationships>
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3.png"/></Relationships>
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3.png"/></Relationships>
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3.png"/></Relationships>
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1.png"/></Relationships>
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1.png"/></Relationships>
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Text"/>
          <p:cNvSpPr txBox="1"/>
          <p:nvPr>
            <p:ph type="title"/>
          </p:nvPr>
        </p:nvSpPr>
        <p:spPr>
          <a:xfrm>
            <a:off x="1524000" y="2893824"/>
            <a:ext cx="9144000" cy="1724026"/>
          </a:xfrm>
          <a:prstGeom prst="rect">
            <a:avLst/>
          </a:prstGeom>
        </p:spPr>
        <p:txBody>
          <a:bodyPr anchor="b"/>
          <a:lstStyle>
            <a:lvl1pPr algn="ctr"/>
          </a:lstStyle>
          <a:p>
            <a:pPr/>
            <a:r>
              <a:t>Title Text</a:t>
            </a:r>
          </a:p>
        </p:txBody>
      </p:sp>
      <p:sp>
        <p:nvSpPr>
          <p:cNvPr id="13" name="Body Level One…"/>
          <p:cNvSpPr txBox="1"/>
          <p:nvPr>
            <p:ph type="body" sz="quarter" idx="1"/>
          </p:nvPr>
        </p:nvSpPr>
        <p:spPr>
          <a:xfrm>
            <a:off x="1524000" y="4854388"/>
            <a:ext cx="9144000" cy="914401"/>
          </a:xfrm>
          <a:prstGeom prst="rect">
            <a:avLst/>
          </a:prstGeom>
        </p:spPr>
        <p:txBody>
          <a:bodyPr/>
          <a:lstStyle>
            <a:lvl1pPr marL="406400" indent="-355600" algn="ctr">
              <a:buClrTx/>
              <a:buSzTx/>
              <a:buFontTx/>
              <a:buNone/>
              <a:defRPr b="1" sz="2000">
                <a:solidFill>
                  <a:srgbClr val="8FCE00"/>
                </a:solidFill>
              </a:defRPr>
            </a:lvl1pPr>
            <a:lvl2pPr marL="406400" indent="127000" algn="ctr">
              <a:buClrTx/>
              <a:buSzTx/>
              <a:buFontTx/>
              <a:buNone/>
              <a:defRPr b="1" sz="2000">
                <a:solidFill>
                  <a:srgbClr val="8FCE00"/>
                </a:solidFill>
              </a:defRPr>
            </a:lvl2pPr>
            <a:lvl3pPr marL="406400" indent="609600" algn="ctr">
              <a:buClrTx/>
              <a:buSzTx/>
              <a:buFontTx/>
              <a:buNone/>
              <a:defRPr b="1" sz="2000">
                <a:solidFill>
                  <a:srgbClr val="8FCE00"/>
                </a:solidFill>
              </a:defRPr>
            </a:lvl3pPr>
            <a:lvl4pPr marL="406400" indent="1079500" algn="ctr">
              <a:buClrTx/>
              <a:buSzTx/>
              <a:buFontTx/>
              <a:buNone/>
              <a:defRPr b="1" sz="2000">
                <a:solidFill>
                  <a:srgbClr val="8FCE00"/>
                </a:solidFill>
              </a:defRPr>
            </a:lvl4pPr>
            <a:lvl5pPr marL="406400" indent="1536700" algn="ctr">
              <a:buClrTx/>
              <a:buSzTx/>
              <a:buFontTx/>
              <a:buNone/>
              <a:defRPr b="1" sz="2000">
                <a:solidFill>
                  <a:srgbClr val="8FCE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14" name="Google Shape;19;p20" descr="Google Shape;19;p2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51239" y="565617"/>
            <a:ext cx="5089522" cy="254476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Google Shape;20;p20" descr="Google Shape;20;p2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 flipH="1" rot="10800000">
            <a:off x="3788507" y="3300950"/>
            <a:ext cx="4609435" cy="45967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 lIns="45719" tIns="45719" rIns="45719" bIns="45719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4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27;p21" descr="Google Shape;27;p2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61600" y="0"/>
            <a:ext cx="1828800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33" name="Title Text"/>
          <p:cNvSpPr txBox="1"/>
          <p:nvPr>
            <p:ph type="title"/>
          </p:nvPr>
        </p:nvSpPr>
        <p:spPr>
          <a:xfrm>
            <a:off x="831850" y="549275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5400"/>
            </a:lvl1pPr>
          </a:lstStyle>
          <a:p>
            <a:pPr/>
            <a:r>
              <a:t>Title Text</a:t>
            </a:r>
          </a:p>
        </p:txBody>
      </p:sp>
      <p:sp>
        <p:nvSpPr>
          <p:cNvPr id="34" name="Body Level One…"/>
          <p:cNvSpPr txBox="1"/>
          <p:nvPr>
            <p:ph type="body" sz="quarter" idx="1"/>
          </p:nvPr>
        </p:nvSpPr>
        <p:spPr>
          <a:xfrm>
            <a:off x="831850" y="3494089"/>
            <a:ext cx="10515600" cy="1500188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b="1" sz="2000">
                <a:solidFill>
                  <a:srgbClr val="8FCE00"/>
                </a:solidFill>
              </a:defRPr>
            </a:lvl1pPr>
            <a:lvl2pPr marL="228600" indent="457200">
              <a:buClrTx/>
              <a:buSzTx/>
              <a:buFontTx/>
              <a:buNone/>
              <a:defRPr b="1" sz="2000">
                <a:solidFill>
                  <a:srgbClr val="8FCE00"/>
                </a:solidFill>
              </a:defRPr>
            </a:lvl2pPr>
            <a:lvl3pPr marL="228600" indent="914400">
              <a:buClrTx/>
              <a:buSzTx/>
              <a:buFontTx/>
              <a:buNone/>
              <a:defRPr b="1" sz="2000">
                <a:solidFill>
                  <a:srgbClr val="8FCE00"/>
                </a:solidFill>
              </a:defRPr>
            </a:lvl3pPr>
            <a:lvl4pPr marL="228600" indent="1371600">
              <a:buClrTx/>
              <a:buSzTx/>
              <a:buFontTx/>
              <a:buNone/>
              <a:defRPr b="1" sz="2000">
                <a:solidFill>
                  <a:srgbClr val="8FCE00"/>
                </a:solidFill>
              </a:defRPr>
            </a:lvl4pPr>
            <a:lvl5pPr marL="228600" indent="1828800">
              <a:buClrTx/>
              <a:buSzTx/>
              <a:buFontTx/>
              <a:buNone/>
              <a:defRPr b="1" sz="2000">
                <a:solidFill>
                  <a:srgbClr val="8FCE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27;p21" descr="Google Shape;27;p2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61600" y="0"/>
            <a:ext cx="1828800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4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4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</a:lvl1pPr>
            <a:lvl2pPr marL="228600" indent="457200">
              <a:buClrTx/>
              <a:buSzTx/>
              <a:buFontTx/>
              <a:buNone/>
            </a:lvl2pPr>
            <a:lvl3pPr marL="228600" indent="914400">
              <a:buClrTx/>
              <a:buSzTx/>
              <a:buFontTx/>
              <a:buNone/>
            </a:lvl3pPr>
            <a:lvl4pPr marL="228600" indent="1371600">
              <a:buClrTx/>
              <a:buSzTx/>
              <a:buFontTx/>
              <a:buNone/>
            </a:lvl4pPr>
            <a:lvl5pPr marL="228600" indent="1828800">
              <a:buClrTx/>
              <a:buSzTx/>
              <a:buFontTx/>
              <a:buNone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6" name="Google Shape;46;p24"/>
          <p:cNvSpPr/>
          <p:nvPr>
            <p:ph type="pic" sz="half" idx="2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27;p21" descr="Google Shape;27;p2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61600" y="0"/>
            <a:ext cx="1828800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5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5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7" name="Google Shape;53;p25"/>
          <p:cNvSpPr/>
          <p:nvPr>
            <p:ph type="pic" sz="half" idx="2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27;p21" descr="Google Shape;27;p2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61600" y="0"/>
            <a:ext cx="1828800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65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6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ctr"/>
          <a:lstStyle>
            <a:lvl1pPr marL="228600" indent="0">
              <a:buClrTx/>
              <a:buSzTx/>
              <a:buFontTx/>
              <a:buNone/>
              <a:defRPr b="1" sz="1800">
                <a:solidFill>
                  <a:srgbClr val="8FCE00"/>
                </a:solidFill>
              </a:defRPr>
            </a:lvl1pPr>
            <a:lvl2pPr marL="228600" indent="457200">
              <a:buClrTx/>
              <a:buSzTx/>
              <a:buFontTx/>
              <a:buNone/>
              <a:defRPr b="1" sz="1800">
                <a:solidFill>
                  <a:srgbClr val="8FCE00"/>
                </a:solidFill>
              </a:defRPr>
            </a:lvl2pPr>
            <a:lvl3pPr marL="228600" indent="914400">
              <a:buClrTx/>
              <a:buSzTx/>
              <a:buFontTx/>
              <a:buNone/>
              <a:defRPr b="1" sz="1800">
                <a:solidFill>
                  <a:srgbClr val="8FCE00"/>
                </a:solidFill>
              </a:defRPr>
            </a:lvl3pPr>
            <a:lvl4pPr marL="228600" indent="1371600">
              <a:buClrTx/>
              <a:buSzTx/>
              <a:buFontTx/>
              <a:buNone/>
              <a:defRPr b="1" sz="1800">
                <a:solidFill>
                  <a:srgbClr val="8FCE00"/>
                </a:solidFill>
              </a:defRPr>
            </a:lvl4pPr>
            <a:lvl5pPr marL="228600" indent="1828800">
              <a:buClrTx/>
              <a:buSzTx/>
              <a:buFontTx/>
              <a:buNone/>
              <a:defRPr b="1" sz="1800">
                <a:solidFill>
                  <a:srgbClr val="8FCE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7" name="Google Shape;57;p26"/>
          <p:cNvSpPr txBox="1"/>
          <p:nvPr>
            <p:ph type="body" sz="half" idx="21"/>
          </p:nvPr>
        </p:nvSpPr>
        <p:spPr>
          <a:xfrm>
            <a:off x="839787" y="2505075"/>
            <a:ext cx="5157788" cy="3684588"/>
          </a:xfrm>
          <a:prstGeom prst="rect">
            <a:avLst/>
          </a:prstGeom>
        </p:spPr>
        <p:txBody>
          <a:bodyPr/>
          <a:lstStyle/>
          <a:p>
            <a:pPr indent="-381000">
              <a:buSzPts val="2400"/>
              <a:defRPr sz="2400"/>
            </a:pPr>
          </a:p>
        </p:txBody>
      </p:sp>
      <p:sp>
        <p:nvSpPr>
          <p:cNvPr id="68" name="Google Shape;58;p26"/>
          <p:cNvSpPr txBox="1"/>
          <p:nvPr>
            <p:ph type="body" sz="quarter" idx="22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ctr"/>
          <a:lstStyle/>
          <a:p>
            <a:pPr marL="228600" indent="0">
              <a:buClrTx/>
              <a:buSzTx/>
              <a:buFontTx/>
              <a:buNone/>
              <a:defRPr b="1" sz="1800">
                <a:solidFill>
                  <a:srgbClr val="8FCE00"/>
                </a:solidFill>
              </a:defRPr>
            </a:pPr>
          </a:p>
        </p:txBody>
      </p:sp>
      <p:sp>
        <p:nvSpPr>
          <p:cNvPr id="69" name="Google Shape;59;p26"/>
          <p:cNvSpPr txBox="1"/>
          <p:nvPr>
            <p:ph type="body" sz="half" idx="23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indent="-381000">
              <a:buSzPts val="2400"/>
              <a:defRPr sz="2400"/>
            </a:pPr>
          </a:p>
        </p:txBody>
      </p:sp>
      <p:sp>
        <p:nvSpPr>
          <p:cNvPr id="7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27;p21" descr="Google Shape;27;p2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61600" y="0"/>
            <a:ext cx="1828800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7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27;p21" descr="Google Shape;27;p2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61600" y="0"/>
            <a:ext cx="1828800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8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_HEADER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78;p29" descr="Google Shape;78;p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261600" y="0"/>
            <a:ext cx="1828800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Title Text"/>
          <p:cNvSpPr txBox="1"/>
          <p:nvPr>
            <p:ph type="title"/>
          </p:nvPr>
        </p:nvSpPr>
        <p:spPr>
          <a:xfrm>
            <a:off x="831850" y="549275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5400">
                <a:solidFill>
                  <a:srgbClr val="130048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96" name="Body Level One…"/>
          <p:cNvSpPr txBox="1"/>
          <p:nvPr>
            <p:ph type="body" sz="quarter" idx="1"/>
          </p:nvPr>
        </p:nvSpPr>
        <p:spPr>
          <a:xfrm>
            <a:off x="831850" y="3494089"/>
            <a:ext cx="10515600" cy="1500188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b="1" sz="2000">
                <a:solidFill>
                  <a:srgbClr val="8FCE00"/>
                </a:solidFill>
              </a:defRPr>
            </a:lvl1pPr>
            <a:lvl2pPr marL="228600" indent="457200">
              <a:buClrTx/>
              <a:buSzTx/>
              <a:buFontTx/>
              <a:buNone/>
              <a:defRPr b="1" sz="2000">
                <a:solidFill>
                  <a:srgbClr val="8FCE00"/>
                </a:solidFill>
              </a:defRPr>
            </a:lvl2pPr>
            <a:lvl3pPr marL="228600" indent="914400">
              <a:buClrTx/>
              <a:buSzTx/>
              <a:buFontTx/>
              <a:buNone/>
              <a:defRPr b="1" sz="2000">
                <a:solidFill>
                  <a:srgbClr val="8FCE00"/>
                </a:solidFill>
              </a:defRPr>
            </a:lvl3pPr>
            <a:lvl4pPr marL="228600" indent="1371600">
              <a:buClrTx/>
              <a:buSzTx/>
              <a:buFontTx/>
              <a:buNone/>
              <a:defRPr b="1" sz="2000">
                <a:solidFill>
                  <a:srgbClr val="8FCE00"/>
                </a:solidFill>
              </a:defRPr>
            </a:lvl4pPr>
            <a:lvl5pPr marL="228600" indent="1828800">
              <a:buClrTx/>
              <a:buSzTx/>
              <a:buFontTx/>
              <a:buNone/>
              <a:defRPr b="1" sz="2000">
                <a:solidFill>
                  <a:srgbClr val="8FCE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BJEC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78;p29" descr="Google Shape;78;p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261600" y="0"/>
            <a:ext cx="1828800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30048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06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30048"/>
                </a:solidFill>
              </a:defRPr>
            </a:lvl1pPr>
            <a:lvl2pPr>
              <a:defRPr>
                <a:solidFill>
                  <a:srgbClr val="130048"/>
                </a:solidFill>
              </a:defRPr>
            </a:lvl2pPr>
            <a:lvl3pPr>
              <a:defRPr>
                <a:solidFill>
                  <a:srgbClr val="130048"/>
                </a:solidFill>
              </a:defRPr>
            </a:lvl3pPr>
            <a:lvl4pPr>
              <a:defRPr>
                <a:solidFill>
                  <a:srgbClr val="130048"/>
                </a:solidFill>
              </a:defRPr>
            </a:lvl4pPr>
            <a:lvl5pPr>
              <a:defRPr>
                <a:solidFill>
                  <a:srgbClr val="13004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 Conten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78;p29" descr="Google Shape;78;p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261600" y="0"/>
            <a:ext cx="1828800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11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30048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16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>
                <a:solidFill>
                  <a:srgbClr val="130048"/>
                </a:solidFill>
              </a:defRPr>
            </a:lvl1pPr>
            <a:lvl2pPr marL="228600" indent="457200">
              <a:buClrTx/>
              <a:buSzTx/>
              <a:buFontTx/>
              <a:buNone/>
              <a:defRPr>
                <a:solidFill>
                  <a:srgbClr val="130048"/>
                </a:solidFill>
              </a:defRPr>
            </a:lvl2pPr>
            <a:lvl3pPr marL="228600" indent="914400">
              <a:buClrTx/>
              <a:buSzTx/>
              <a:buFontTx/>
              <a:buNone/>
              <a:defRPr>
                <a:solidFill>
                  <a:srgbClr val="130048"/>
                </a:solidFill>
              </a:defRPr>
            </a:lvl3pPr>
            <a:lvl4pPr marL="228600" indent="1371600">
              <a:buClrTx/>
              <a:buSzTx/>
              <a:buFontTx/>
              <a:buNone/>
              <a:defRPr>
                <a:solidFill>
                  <a:srgbClr val="130048"/>
                </a:solidFill>
              </a:defRPr>
            </a:lvl4pPr>
            <a:lvl5pPr marL="228600" indent="1828800">
              <a:buClrTx/>
              <a:buSzTx/>
              <a:buFontTx/>
              <a:buNone/>
              <a:defRPr>
                <a:solidFill>
                  <a:srgbClr val="13004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18" name="Google Shape;97;p32"/>
          <p:cNvSpPr/>
          <p:nvPr>
            <p:ph type="pic" sz="half" idx="2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Two Conten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78;p29" descr="Google Shape;78;p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261600" y="0"/>
            <a:ext cx="1828800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30048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27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30048"/>
                </a:solidFill>
              </a:defRPr>
            </a:lvl1pPr>
            <a:lvl2pPr>
              <a:defRPr>
                <a:solidFill>
                  <a:srgbClr val="130048"/>
                </a:solidFill>
              </a:defRPr>
            </a:lvl2pPr>
            <a:lvl3pPr>
              <a:defRPr>
                <a:solidFill>
                  <a:srgbClr val="130048"/>
                </a:solidFill>
              </a:defRPr>
            </a:lvl3pPr>
            <a:lvl4pPr>
              <a:defRPr>
                <a:solidFill>
                  <a:srgbClr val="130048"/>
                </a:solidFill>
              </a:defRPr>
            </a:lvl4pPr>
            <a:lvl5pPr>
              <a:defRPr>
                <a:solidFill>
                  <a:srgbClr val="13004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29" name="Google Shape;104;p33"/>
          <p:cNvSpPr/>
          <p:nvPr>
            <p:ph type="pic" sz="half" idx="2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_OBJECTS_WITH_TEX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78;p29" descr="Google Shape;78;p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261600" y="0"/>
            <a:ext cx="1828800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30048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3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ctr"/>
          <a:lstStyle>
            <a:lvl1pPr marL="228600" indent="0">
              <a:buClrTx/>
              <a:buSzTx/>
              <a:buFontTx/>
              <a:buNone/>
              <a:defRPr b="1" sz="1800">
                <a:solidFill>
                  <a:srgbClr val="8FCE00"/>
                </a:solidFill>
              </a:defRPr>
            </a:lvl1pPr>
            <a:lvl2pPr marL="228600" indent="457200">
              <a:buClrTx/>
              <a:buSzTx/>
              <a:buFontTx/>
              <a:buNone/>
              <a:defRPr b="1" sz="1800">
                <a:solidFill>
                  <a:srgbClr val="8FCE00"/>
                </a:solidFill>
              </a:defRPr>
            </a:lvl2pPr>
            <a:lvl3pPr marL="228600" indent="914400">
              <a:buClrTx/>
              <a:buSzTx/>
              <a:buFontTx/>
              <a:buNone/>
              <a:defRPr b="1" sz="1800">
                <a:solidFill>
                  <a:srgbClr val="8FCE00"/>
                </a:solidFill>
              </a:defRPr>
            </a:lvl3pPr>
            <a:lvl4pPr marL="228600" indent="1371600">
              <a:buClrTx/>
              <a:buSzTx/>
              <a:buFontTx/>
              <a:buNone/>
              <a:defRPr b="1" sz="1800">
                <a:solidFill>
                  <a:srgbClr val="8FCE00"/>
                </a:solidFill>
              </a:defRPr>
            </a:lvl4pPr>
            <a:lvl5pPr marL="228600" indent="1828800">
              <a:buClrTx/>
              <a:buSzTx/>
              <a:buFontTx/>
              <a:buNone/>
              <a:defRPr b="1" sz="1800">
                <a:solidFill>
                  <a:srgbClr val="8FCE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9" name="Google Shape;108;p34"/>
          <p:cNvSpPr txBox="1"/>
          <p:nvPr>
            <p:ph type="body" sz="half" idx="21"/>
          </p:nvPr>
        </p:nvSpPr>
        <p:spPr>
          <a:xfrm>
            <a:off x="839787" y="2505075"/>
            <a:ext cx="5157788" cy="3684588"/>
          </a:xfrm>
          <a:prstGeom prst="rect">
            <a:avLst/>
          </a:prstGeom>
        </p:spPr>
        <p:txBody>
          <a:bodyPr/>
          <a:lstStyle/>
          <a:p>
            <a:pPr indent="-381000">
              <a:buSzPts val="2400"/>
              <a:defRPr sz="2400">
                <a:solidFill>
                  <a:srgbClr val="130048"/>
                </a:solidFill>
              </a:defRPr>
            </a:pPr>
          </a:p>
        </p:txBody>
      </p:sp>
      <p:sp>
        <p:nvSpPr>
          <p:cNvPr id="140" name="Google Shape;109;p34"/>
          <p:cNvSpPr txBox="1"/>
          <p:nvPr>
            <p:ph type="body" sz="quarter" idx="22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ctr"/>
          <a:lstStyle/>
          <a:p>
            <a:pPr marL="228600" indent="0">
              <a:buClrTx/>
              <a:buSzTx/>
              <a:buFontTx/>
              <a:buNone/>
              <a:defRPr b="1" sz="1800">
                <a:solidFill>
                  <a:srgbClr val="8FCE00"/>
                </a:solidFill>
              </a:defRPr>
            </a:pPr>
          </a:p>
        </p:txBody>
      </p:sp>
      <p:sp>
        <p:nvSpPr>
          <p:cNvPr id="141" name="Google Shape;110;p34"/>
          <p:cNvSpPr txBox="1"/>
          <p:nvPr>
            <p:ph type="body" sz="half" idx="23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indent="-381000">
              <a:buSzPts val="2400"/>
              <a:defRPr sz="2400">
                <a:solidFill>
                  <a:srgbClr val="130048"/>
                </a:solidFill>
              </a:defRPr>
            </a:pPr>
          </a:p>
        </p:txBody>
      </p:sp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_ONLY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78;p29" descr="Google Shape;78;p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261600" y="0"/>
            <a:ext cx="1828800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15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30048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5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78;p29" descr="Google Shape;78;p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261600" y="0"/>
            <a:ext cx="1828800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15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 Header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26;p37" descr="Google Shape;126;p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261600" y="0"/>
            <a:ext cx="1828800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Google Shape;128;p38"/>
          <p:cNvSpPr/>
          <p:nvPr/>
        </p:nvSpPr>
        <p:spPr>
          <a:xfrm>
            <a:off x="1" y="2715138"/>
            <a:ext cx="12192001" cy="1373747"/>
          </a:xfrm>
          <a:prstGeom prst="rect">
            <a:avLst/>
          </a:prstGeom>
          <a:solidFill>
            <a:srgbClr val="8FCE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8" name="Title Text"/>
          <p:cNvSpPr txBox="1"/>
          <p:nvPr>
            <p:ph type="title"/>
          </p:nvPr>
        </p:nvSpPr>
        <p:spPr>
          <a:xfrm>
            <a:off x="831850" y="2715138"/>
            <a:ext cx="10515600" cy="1373747"/>
          </a:xfrm>
          <a:prstGeom prst="rect">
            <a:avLst/>
          </a:prstGeom>
        </p:spPr>
        <p:txBody>
          <a:bodyPr/>
          <a:lstStyle>
            <a:lvl1pPr algn="r">
              <a:defRPr sz="5400"/>
            </a:lvl1pPr>
          </a:lstStyle>
          <a:p>
            <a:pPr/>
            <a:r>
              <a:t>Title Text</a:t>
            </a:r>
          </a:p>
        </p:txBody>
      </p:sp>
      <p:sp>
        <p:nvSpPr>
          <p:cNvPr id="169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 lIns="45719" tIns="45719" rIns="45719" bIns="45719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Section Header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26;p37" descr="Google Shape;126;p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261600" y="0"/>
            <a:ext cx="1828800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Google Shape;131;p39"/>
          <p:cNvSpPr/>
          <p:nvPr/>
        </p:nvSpPr>
        <p:spPr>
          <a:xfrm>
            <a:off x="1" y="2715138"/>
            <a:ext cx="12192001" cy="1373747"/>
          </a:xfrm>
          <a:prstGeom prst="rect">
            <a:avLst/>
          </a:prstGeom>
          <a:solidFill>
            <a:srgbClr val="008FCE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8" name="Title Text"/>
          <p:cNvSpPr txBox="1"/>
          <p:nvPr>
            <p:ph type="title"/>
          </p:nvPr>
        </p:nvSpPr>
        <p:spPr>
          <a:xfrm>
            <a:off x="831850" y="2715138"/>
            <a:ext cx="10515600" cy="1373747"/>
          </a:xfrm>
          <a:prstGeom prst="rect">
            <a:avLst/>
          </a:prstGeom>
        </p:spPr>
        <p:txBody>
          <a:bodyPr/>
          <a:lstStyle>
            <a:lvl1pPr algn="r">
              <a:defRPr sz="5400"/>
            </a:lvl1pPr>
          </a:lstStyle>
          <a:p>
            <a:pPr/>
            <a:r>
              <a:t>Title Text</a:t>
            </a:r>
          </a:p>
        </p:txBody>
      </p:sp>
      <p:sp>
        <p:nvSpPr>
          <p:cNvPr id="179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 lIns="45719" tIns="45719" rIns="45719" bIns="45719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2_Section Header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26;p37" descr="Google Shape;126;p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261600" y="0"/>
            <a:ext cx="1828800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187" name="Google Shape;134;p40"/>
          <p:cNvSpPr/>
          <p:nvPr/>
        </p:nvSpPr>
        <p:spPr>
          <a:xfrm>
            <a:off x="1" y="2715138"/>
            <a:ext cx="12192001" cy="1373747"/>
          </a:xfrm>
          <a:prstGeom prst="rect">
            <a:avLst/>
          </a:prstGeom>
          <a:solidFill>
            <a:srgbClr val="F157C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8" name="Title Text"/>
          <p:cNvSpPr txBox="1"/>
          <p:nvPr>
            <p:ph type="title"/>
          </p:nvPr>
        </p:nvSpPr>
        <p:spPr>
          <a:xfrm>
            <a:off x="831850" y="2715138"/>
            <a:ext cx="10515600" cy="1373747"/>
          </a:xfrm>
          <a:prstGeom prst="rect">
            <a:avLst/>
          </a:prstGeom>
        </p:spPr>
        <p:txBody>
          <a:bodyPr/>
          <a:lstStyle>
            <a:lvl1pPr algn="r">
              <a:defRPr sz="5400"/>
            </a:lvl1pPr>
          </a:lstStyle>
          <a:p>
            <a:pPr/>
            <a:r>
              <a:t>Title Text</a:t>
            </a:r>
          </a:p>
        </p:txBody>
      </p:sp>
      <p:sp>
        <p:nvSpPr>
          <p:cNvPr id="189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 lIns="45719" tIns="45719" rIns="45719" bIns="45719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_HEADER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42;p41" descr="Google Shape;142;p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261600" y="0"/>
            <a:ext cx="1828800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Title Text"/>
          <p:cNvSpPr txBox="1"/>
          <p:nvPr>
            <p:ph type="title"/>
          </p:nvPr>
        </p:nvSpPr>
        <p:spPr>
          <a:xfrm>
            <a:off x="831850" y="549275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5400"/>
            </a:lvl1pPr>
          </a:lstStyle>
          <a:p>
            <a:pPr/>
            <a:r>
              <a:t>Title Text</a:t>
            </a:r>
          </a:p>
        </p:txBody>
      </p:sp>
      <p:sp>
        <p:nvSpPr>
          <p:cNvPr id="198" name="Body Level One…"/>
          <p:cNvSpPr txBox="1"/>
          <p:nvPr>
            <p:ph type="body" sz="quarter" idx="1"/>
          </p:nvPr>
        </p:nvSpPr>
        <p:spPr>
          <a:xfrm>
            <a:off x="831850" y="3494089"/>
            <a:ext cx="10515600" cy="1500188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b="1" sz="2000">
                <a:solidFill>
                  <a:srgbClr val="8FCE00"/>
                </a:solidFill>
              </a:defRPr>
            </a:lvl1pPr>
            <a:lvl2pPr marL="228600" indent="457200">
              <a:buClrTx/>
              <a:buSzTx/>
              <a:buFontTx/>
              <a:buNone/>
              <a:defRPr b="1" sz="2000">
                <a:solidFill>
                  <a:srgbClr val="8FCE00"/>
                </a:solidFill>
              </a:defRPr>
            </a:lvl2pPr>
            <a:lvl3pPr marL="228600" indent="914400">
              <a:buClrTx/>
              <a:buSzTx/>
              <a:buFontTx/>
              <a:buNone/>
              <a:defRPr b="1" sz="2000">
                <a:solidFill>
                  <a:srgbClr val="8FCE00"/>
                </a:solidFill>
              </a:defRPr>
            </a:lvl3pPr>
            <a:lvl4pPr marL="228600" indent="1371600">
              <a:buClrTx/>
              <a:buSzTx/>
              <a:buFontTx/>
              <a:buNone/>
              <a:defRPr b="1" sz="2000">
                <a:solidFill>
                  <a:srgbClr val="8FCE00"/>
                </a:solidFill>
              </a:defRPr>
            </a:lvl4pPr>
            <a:lvl5pPr marL="228600" indent="1828800">
              <a:buClrTx/>
              <a:buSzTx/>
              <a:buFontTx/>
              <a:buNone/>
              <a:defRPr b="1" sz="2000">
                <a:solidFill>
                  <a:srgbClr val="8FCE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BJEC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142;p41" descr="Google Shape;142;p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261600" y="0"/>
            <a:ext cx="1828800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20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08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 Conten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142;p41" descr="Google Shape;142;p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261600" y="0"/>
            <a:ext cx="1828800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21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8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</a:lvl1pPr>
            <a:lvl2pPr marL="228600" indent="457200">
              <a:buClrTx/>
              <a:buSzTx/>
              <a:buFontTx/>
              <a:buNone/>
            </a:lvl2pPr>
            <a:lvl3pPr marL="228600" indent="914400">
              <a:buClrTx/>
              <a:buSzTx/>
              <a:buFontTx/>
              <a:buNone/>
            </a:lvl3pPr>
            <a:lvl4pPr marL="228600" indent="1371600">
              <a:buClrTx/>
              <a:buSzTx/>
              <a:buFontTx/>
              <a:buNone/>
            </a:lvl4pPr>
            <a:lvl5pPr marL="228600" indent="1828800">
              <a:buClrTx/>
              <a:buSzTx/>
              <a:buFontTx/>
              <a:buNone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20" name="Google Shape;161;p44"/>
          <p:cNvSpPr/>
          <p:nvPr>
            <p:ph type="pic" sz="half" idx="2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Two Conten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142;p41" descr="Google Shape;142;p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261600" y="0"/>
            <a:ext cx="1828800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22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31" name="Google Shape;168;p45"/>
          <p:cNvSpPr/>
          <p:nvPr>
            <p:ph type="pic" sz="half" idx="2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_OBJECTS_WITH_TEX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142;p41" descr="Google Shape;142;p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261600" y="0"/>
            <a:ext cx="1828800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239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40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ctr"/>
          <a:lstStyle>
            <a:lvl1pPr marL="228600" indent="0">
              <a:buClrTx/>
              <a:buSzTx/>
              <a:buFontTx/>
              <a:buNone/>
              <a:defRPr b="1" sz="1800">
                <a:solidFill>
                  <a:srgbClr val="8FCE00"/>
                </a:solidFill>
              </a:defRPr>
            </a:lvl1pPr>
            <a:lvl2pPr marL="228600" indent="457200">
              <a:buClrTx/>
              <a:buSzTx/>
              <a:buFontTx/>
              <a:buNone/>
              <a:defRPr b="1" sz="1800">
                <a:solidFill>
                  <a:srgbClr val="8FCE00"/>
                </a:solidFill>
              </a:defRPr>
            </a:lvl2pPr>
            <a:lvl3pPr marL="228600" indent="914400">
              <a:buClrTx/>
              <a:buSzTx/>
              <a:buFontTx/>
              <a:buNone/>
              <a:defRPr b="1" sz="1800">
                <a:solidFill>
                  <a:srgbClr val="8FCE00"/>
                </a:solidFill>
              </a:defRPr>
            </a:lvl3pPr>
            <a:lvl4pPr marL="228600" indent="1371600">
              <a:buClrTx/>
              <a:buSzTx/>
              <a:buFontTx/>
              <a:buNone/>
              <a:defRPr b="1" sz="1800">
                <a:solidFill>
                  <a:srgbClr val="8FCE00"/>
                </a:solidFill>
              </a:defRPr>
            </a:lvl4pPr>
            <a:lvl5pPr marL="228600" indent="1828800">
              <a:buClrTx/>
              <a:buSzTx/>
              <a:buFontTx/>
              <a:buNone/>
              <a:defRPr b="1" sz="1800">
                <a:solidFill>
                  <a:srgbClr val="8FCE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1" name="Google Shape;172;p46"/>
          <p:cNvSpPr txBox="1"/>
          <p:nvPr>
            <p:ph type="body" sz="half" idx="21"/>
          </p:nvPr>
        </p:nvSpPr>
        <p:spPr>
          <a:xfrm>
            <a:off x="839787" y="2505075"/>
            <a:ext cx="5157788" cy="3684588"/>
          </a:xfrm>
          <a:prstGeom prst="rect">
            <a:avLst/>
          </a:prstGeom>
        </p:spPr>
        <p:txBody>
          <a:bodyPr/>
          <a:lstStyle/>
          <a:p>
            <a:pPr indent="-381000">
              <a:buSzPts val="2400"/>
              <a:defRPr sz="2400"/>
            </a:pPr>
          </a:p>
        </p:txBody>
      </p:sp>
      <p:sp>
        <p:nvSpPr>
          <p:cNvPr id="242" name="Google Shape;173;p46"/>
          <p:cNvSpPr txBox="1"/>
          <p:nvPr>
            <p:ph type="body" sz="quarter" idx="22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ctr"/>
          <a:lstStyle/>
          <a:p>
            <a:pPr marL="228600" indent="0">
              <a:buClrTx/>
              <a:buSzTx/>
              <a:buFontTx/>
              <a:buNone/>
              <a:defRPr b="1" sz="1800">
                <a:solidFill>
                  <a:srgbClr val="8FCE00"/>
                </a:solidFill>
              </a:defRPr>
            </a:pPr>
          </a:p>
        </p:txBody>
      </p:sp>
      <p:sp>
        <p:nvSpPr>
          <p:cNvPr id="243" name="Google Shape;174;p46"/>
          <p:cNvSpPr txBox="1"/>
          <p:nvPr>
            <p:ph type="body" sz="half" idx="23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indent="-381000">
              <a:buSzPts val="2400"/>
              <a:defRPr sz="2400"/>
            </a:pPr>
          </a:p>
        </p:txBody>
      </p:sp>
      <p:sp>
        <p:nvSpPr>
          <p:cNvPr id="24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_ONLY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142;p41" descr="Google Shape;142;p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261600" y="0"/>
            <a:ext cx="1828800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252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142;p41" descr="Google Shape;142;p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261600" y="0"/>
            <a:ext cx="1828800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26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_HEADER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193;p49" descr="Google Shape;193;p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261600" y="0"/>
            <a:ext cx="1828800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269" name="Title Text"/>
          <p:cNvSpPr txBox="1"/>
          <p:nvPr>
            <p:ph type="title"/>
          </p:nvPr>
        </p:nvSpPr>
        <p:spPr>
          <a:xfrm>
            <a:off x="831850" y="549275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5400">
                <a:solidFill>
                  <a:srgbClr val="130048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70" name="Body Level One…"/>
          <p:cNvSpPr txBox="1"/>
          <p:nvPr>
            <p:ph type="body" sz="quarter" idx="1"/>
          </p:nvPr>
        </p:nvSpPr>
        <p:spPr>
          <a:xfrm>
            <a:off x="831850" y="3494089"/>
            <a:ext cx="10515600" cy="1500188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b="1" sz="2000">
                <a:solidFill>
                  <a:srgbClr val="8FCE00"/>
                </a:solidFill>
              </a:defRPr>
            </a:lvl1pPr>
            <a:lvl2pPr marL="228600" indent="457200">
              <a:buClrTx/>
              <a:buSzTx/>
              <a:buFontTx/>
              <a:buNone/>
              <a:defRPr b="1" sz="2000">
                <a:solidFill>
                  <a:srgbClr val="8FCE00"/>
                </a:solidFill>
              </a:defRPr>
            </a:lvl2pPr>
            <a:lvl3pPr marL="228600" indent="914400">
              <a:buClrTx/>
              <a:buSzTx/>
              <a:buFontTx/>
              <a:buNone/>
              <a:defRPr b="1" sz="2000">
                <a:solidFill>
                  <a:srgbClr val="8FCE00"/>
                </a:solidFill>
              </a:defRPr>
            </a:lvl3pPr>
            <a:lvl4pPr marL="228600" indent="1371600">
              <a:buClrTx/>
              <a:buSzTx/>
              <a:buFontTx/>
              <a:buNone/>
              <a:defRPr b="1" sz="2000">
                <a:solidFill>
                  <a:srgbClr val="8FCE00"/>
                </a:solidFill>
              </a:defRPr>
            </a:lvl4pPr>
            <a:lvl5pPr marL="228600" indent="1828800">
              <a:buClrTx/>
              <a:buSzTx/>
              <a:buFontTx/>
              <a:buNone/>
              <a:defRPr b="1" sz="2000">
                <a:solidFill>
                  <a:srgbClr val="8FCE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BJEC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193;p49" descr="Google Shape;193;p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261600" y="0"/>
            <a:ext cx="1828800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27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30048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80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30048"/>
                </a:solidFill>
              </a:defRPr>
            </a:lvl1pPr>
            <a:lvl2pPr>
              <a:defRPr>
                <a:solidFill>
                  <a:srgbClr val="130048"/>
                </a:solidFill>
              </a:defRPr>
            </a:lvl2pPr>
            <a:lvl3pPr>
              <a:defRPr>
                <a:solidFill>
                  <a:srgbClr val="130048"/>
                </a:solidFill>
              </a:defRPr>
            </a:lvl3pPr>
            <a:lvl4pPr>
              <a:defRPr>
                <a:solidFill>
                  <a:srgbClr val="130048"/>
                </a:solidFill>
              </a:defRPr>
            </a:lvl4pPr>
            <a:lvl5pPr>
              <a:defRPr>
                <a:solidFill>
                  <a:srgbClr val="13004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 Conten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193;p49" descr="Google Shape;193;p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261600" y="0"/>
            <a:ext cx="1828800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28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30048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90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>
                <a:solidFill>
                  <a:srgbClr val="130048"/>
                </a:solidFill>
              </a:defRPr>
            </a:lvl1pPr>
            <a:lvl2pPr marL="228600" indent="457200">
              <a:buClrTx/>
              <a:buSzTx/>
              <a:buFontTx/>
              <a:buNone/>
              <a:defRPr>
                <a:solidFill>
                  <a:srgbClr val="130048"/>
                </a:solidFill>
              </a:defRPr>
            </a:lvl2pPr>
            <a:lvl3pPr marL="228600" indent="914400">
              <a:buClrTx/>
              <a:buSzTx/>
              <a:buFontTx/>
              <a:buNone/>
              <a:defRPr>
                <a:solidFill>
                  <a:srgbClr val="130048"/>
                </a:solidFill>
              </a:defRPr>
            </a:lvl3pPr>
            <a:lvl4pPr marL="228600" indent="1371600">
              <a:buClrTx/>
              <a:buSzTx/>
              <a:buFontTx/>
              <a:buNone/>
              <a:defRPr>
                <a:solidFill>
                  <a:srgbClr val="130048"/>
                </a:solidFill>
              </a:defRPr>
            </a:lvl4pPr>
            <a:lvl5pPr marL="228600" indent="1828800">
              <a:buClrTx/>
              <a:buSzTx/>
              <a:buFontTx/>
              <a:buNone/>
              <a:defRPr>
                <a:solidFill>
                  <a:srgbClr val="13004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92" name="Google Shape;212;p52"/>
          <p:cNvSpPr/>
          <p:nvPr>
            <p:ph type="pic" sz="half" idx="2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Two Conten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193;p49" descr="Google Shape;193;p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261600" y="0"/>
            <a:ext cx="1828800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30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30048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01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30048"/>
                </a:solidFill>
              </a:defRPr>
            </a:lvl1pPr>
            <a:lvl2pPr>
              <a:defRPr>
                <a:solidFill>
                  <a:srgbClr val="130048"/>
                </a:solidFill>
              </a:defRPr>
            </a:lvl2pPr>
            <a:lvl3pPr>
              <a:defRPr>
                <a:solidFill>
                  <a:srgbClr val="130048"/>
                </a:solidFill>
              </a:defRPr>
            </a:lvl3pPr>
            <a:lvl4pPr>
              <a:defRPr>
                <a:solidFill>
                  <a:srgbClr val="130048"/>
                </a:solidFill>
              </a:defRPr>
            </a:lvl4pPr>
            <a:lvl5pPr>
              <a:defRPr>
                <a:solidFill>
                  <a:srgbClr val="13004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03" name="Google Shape;219;p53"/>
          <p:cNvSpPr/>
          <p:nvPr>
            <p:ph type="pic" sz="half" idx="2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_OBJECTS_WITH_TEX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193;p49" descr="Google Shape;193;p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261600" y="0"/>
            <a:ext cx="1828800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311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30048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12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ctr"/>
          <a:lstStyle>
            <a:lvl1pPr marL="228600" indent="0">
              <a:buClrTx/>
              <a:buSzTx/>
              <a:buFontTx/>
              <a:buNone/>
              <a:defRPr b="1" sz="1800">
                <a:solidFill>
                  <a:srgbClr val="8FCE00"/>
                </a:solidFill>
              </a:defRPr>
            </a:lvl1pPr>
            <a:lvl2pPr marL="228600" indent="457200">
              <a:buClrTx/>
              <a:buSzTx/>
              <a:buFontTx/>
              <a:buNone/>
              <a:defRPr b="1" sz="1800">
                <a:solidFill>
                  <a:srgbClr val="8FCE00"/>
                </a:solidFill>
              </a:defRPr>
            </a:lvl2pPr>
            <a:lvl3pPr marL="228600" indent="914400">
              <a:buClrTx/>
              <a:buSzTx/>
              <a:buFontTx/>
              <a:buNone/>
              <a:defRPr b="1" sz="1800">
                <a:solidFill>
                  <a:srgbClr val="8FCE00"/>
                </a:solidFill>
              </a:defRPr>
            </a:lvl3pPr>
            <a:lvl4pPr marL="228600" indent="1371600">
              <a:buClrTx/>
              <a:buSzTx/>
              <a:buFontTx/>
              <a:buNone/>
              <a:defRPr b="1" sz="1800">
                <a:solidFill>
                  <a:srgbClr val="8FCE00"/>
                </a:solidFill>
              </a:defRPr>
            </a:lvl4pPr>
            <a:lvl5pPr marL="228600" indent="1828800">
              <a:buClrTx/>
              <a:buSzTx/>
              <a:buFontTx/>
              <a:buNone/>
              <a:defRPr b="1" sz="1800">
                <a:solidFill>
                  <a:srgbClr val="8FCE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3" name="Google Shape;223;p54"/>
          <p:cNvSpPr txBox="1"/>
          <p:nvPr>
            <p:ph type="body" sz="half" idx="21"/>
          </p:nvPr>
        </p:nvSpPr>
        <p:spPr>
          <a:xfrm>
            <a:off x="839787" y="2505075"/>
            <a:ext cx="5157788" cy="3684588"/>
          </a:xfrm>
          <a:prstGeom prst="rect">
            <a:avLst/>
          </a:prstGeom>
        </p:spPr>
        <p:txBody>
          <a:bodyPr/>
          <a:lstStyle/>
          <a:p>
            <a:pPr indent="-381000">
              <a:buSzPts val="2400"/>
              <a:defRPr sz="2400">
                <a:solidFill>
                  <a:srgbClr val="130048"/>
                </a:solidFill>
              </a:defRPr>
            </a:pPr>
          </a:p>
        </p:txBody>
      </p:sp>
      <p:sp>
        <p:nvSpPr>
          <p:cNvPr id="314" name="Google Shape;224;p54"/>
          <p:cNvSpPr txBox="1"/>
          <p:nvPr>
            <p:ph type="body" sz="quarter" idx="22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ctr"/>
          <a:lstStyle/>
          <a:p>
            <a:pPr marL="228600" indent="0">
              <a:buClrTx/>
              <a:buSzTx/>
              <a:buFontTx/>
              <a:buNone/>
              <a:defRPr b="1" sz="1800">
                <a:solidFill>
                  <a:srgbClr val="8FCE00"/>
                </a:solidFill>
              </a:defRPr>
            </a:pPr>
          </a:p>
        </p:txBody>
      </p:sp>
      <p:sp>
        <p:nvSpPr>
          <p:cNvPr id="315" name="Google Shape;225;p54"/>
          <p:cNvSpPr txBox="1"/>
          <p:nvPr>
            <p:ph type="body" sz="half" idx="23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indent="-381000">
              <a:buSzPts val="2400"/>
              <a:defRPr sz="2400">
                <a:solidFill>
                  <a:srgbClr val="130048"/>
                </a:solidFill>
              </a:defRPr>
            </a:pPr>
          </a:p>
        </p:txBody>
      </p:sp>
      <p:sp>
        <p:nvSpPr>
          <p:cNvPr id="31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_ONLY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193;p49" descr="Google Shape;193;p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261600" y="0"/>
            <a:ext cx="1828800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32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30048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193;p49" descr="Google Shape;193;p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261600" y="0"/>
            <a:ext cx="1828800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33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 Header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241;p57" descr="Google Shape;241;p5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261600" y="0"/>
            <a:ext cx="1828800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341" name="Google Shape;243;p58"/>
          <p:cNvSpPr/>
          <p:nvPr/>
        </p:nvSpPr>
        <p:spPr>
          <a:xfrm>
            <a:off x="1" y="2715138"/>
            <a:ext cx="12192001" cy="1373747"/>
          </a:xfrm>
          <a:prstGeom prst="rect">
            <a:avLst/>
          </a:prstGeom>
          <a:solidFill>
            <a:srgbClr val="8FCE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2" name="Title Text"/>
          <p:cNvSpPr txBox="1"/>
          <p:nvPr>
            <p:ph type="title"/>
          </p:nvPr>
        </p:nvSpPr>
        <p:spPr>
          <a:xfrm>
            <a:off x="831850" y="2715138"/>
            <a:ext cx="10515600" cy="1373747"/>
          </a:xfrm>
          <a:prstGeom prst="rect">
            <a:avLst/>
          </a:prstGeom>
        </p:spPr>
        <p:txBody>
          <a:bodyPr/>
          <a:lstStyle>
            <a:lvl1pPr algn="r">
              <a:defRPr sz="5400"/>
            </a:lvl1pPr>
          </a:lstStyle>
          <a:p>
            <a:pPr/>
            <a:r>
              <a:t>Title Text</a:t>
            </a:r>
          </a:p>
        </p:txBody>
      </p:sp>
      <p:sp>
        <p:nvSpPr>
          <p:cNvPr id="343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 lIns="45719" tIns="45719" rIns="45719" bIns="45719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Section Header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241;p57" descr="Google Shape;241;p5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261600" y="0"/>
            <a:ext cx="1828800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351" name="Google Shape;246;p59"/>
          <p:cNvSpPr/>
          <p:nvPr/>
        </p:nvSpPr>
        <p:spPr>
          <a:xfrm>
            <a:off x="1" y="2715138"/>
            <a:ext cx="12192001" cy="1373747"/>
          </a:xfrm>
          <a:prstGeom prst="rect">
            <a:avLst/>
          </a:prstGeom>
          <a:solidFill>
            <a:srgbClr val="008FCE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2" name="Title Text"/>
          <p:cNvSpPr txBox="1"/>
          <p:nvPr>
            <p:ph type="title"/>
          </p:nvPr>
        </p:nvSpPr>
        <p:spPr>
          <a:xfrm>
            <a:off x="831850" y="2715138"/>
            <a:ext cx="10515600" cy="1373747"/>
          </a:xfrm>
          <a:prstGeom prst="rect">
            <a:avLst/>
          </a:prstGeom>
        </p:spPr>
        <p:txBody>
          <a:bodyPr/>
          <a:lstStyle>
            <a:lvl1pPr algn="r">
              <a:defRPr sz="5400"/>
            </a:lvl1pPr>
          </a:lstStyle>
          <a:p>
            <a:pPr/>
            <a:r>
              <a:t>Title Text</a:t>
            </a:r>
          </a:p>
        </p:txBody>
      </p:sp>
      <p:sp>
        <p:nvSpPr>
          <p:cNvPr id="353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 lIns="45719" tIns="45719" rIns="45719" bIns="45719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2_Section Header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241;p57" descr="Google Shape;241;p5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261600" y="0"/>
            <a:ext cx="1828800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361" name="Google Shape;249;p60"/>
          <p:cNvSpPr/>
          <p:nvPr/>
        </p:nvSpPr>
        <p:spPr>
          <a:xfrm>
            <a:off x="1" y="2715138"/>
            <a:ext cx="12192001" cy="1373747"/>
          </a:xfrm>
          <a:prstGeom prst="rect">
            <a:avLst/>
          </a:prstGeom>
          <a:solidFill>
            <a:srgbClr val="F157C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2" name="Title Text"/>
          <p:cNvSpPr txBox="1"/>
          <p:nvPr>
            <p:ph type="title"/>
          </p:nvPr>
        </p:nvSpPr>
        <p:spPr>
          <a:xfrm>
            <a:off x="831850" y="2715138"/>
            <a:ext cx="10515600" cy="1373747"/>
          </a:xfrm>
          <a:prstGeom prst="rect">
            <a:avLst/>
          </a:prstGeom>
        </p:spPr>
        <p:txBody>
          <a:bodyPr/>
          <a:lstStyle>
            <a:lvl1pPr algn="r">
              <a:defRPr sz="5400"/>
            </a:lvl1pPr>
          </a:lstStyle>
          <a:p>
            <a:pPr/>
            <a:r>
              <a:t>Title Text</a:t>
            </a:r>
          </a:p>
        </p:txBody>
      </p:sp>
      <p:sp>
        <p:nvSpPr>
          <p:cNvPr id="363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 lIns="45719" tIns="45719" rIns="45719" bIns="45719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17.xml"/><Relationship Id="rId21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19.xml"/><Relationship Id="rId23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1.xml"/><Relationship Id="rId25" Type="http://schemas.openxmlformats.org/officeDocument/2006/relationships/slideLayout" Target="../slideLayouts/slideLayout22.xml"/><Relationship Id="rId26" Type="http://schemas.openxmlformats.org/officeDocument/2006/relationships/slideLayout" Target="../slideLayouts/slideLayout23.xml"/><Relationship Id="rId27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5.xml"/><Relationship Id="rId29" Type="http://schemas.openxmlformats.org/officeDocument/2006/relationships/slideLayout" Target="../slideLayouts/slideLayout26.xml"/><Relationship Id="rId30" Type="http://schemas.openxmlformats.org/officeDocument/2006/relationships/slideLayout" Target="../slideLayouts/slideLayout27.xml"/><Relationship Id="rId31" Type="http://schemas.openxmlformats.org/officeDocument/2006/relationships/slideLayout" Target="../slideLayouts/slideLayout28.xml"/><Relationship Id="rId32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0.xml"/><Relationship Id="rId34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2.xml"/><Relationship Id="rId36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4.xml"/><Relationship Id="rId38" Type="http://schemas.openxmlformats.org/officeDocument/2006/relationships/slideLayout" Target="../slideLayouts/slideLayout3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7;p21" descr="Google Shape;27;p2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261600" y="0"/>
            <a:ext cx="1828800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/>
          <p:nvPr>
            <p:ph type="sldNum" sz="quarter" idx="2"/>
          </p:nvPr>
        </p:nvSpPr>
        <p:spPr>
          <a:xfrm>
            <a:off x="11461184" y="6470305"/>
            <a:ext cx="273616" cy="264215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  <p:sldLayoutId id="2147483665" r:id="rId20"/>
    <p:sldLayoutId id="2147483666" r:id="rId21"/>
    <p:sldLayoutId id="2147483667" r:id="rId22"/>
    <p:sldLayoutId id="2147483668" r:id="rId23"/>
    <p:sldLayoutId id="2147483669" r:id="rId24"/>
    <p:sldLayoutId id="2147483670" r:id="rId25"/>
    <p:sldLayoutId id="2147483671" r:id="rId26"/>
    <p:sldLayoutId id="2147483672" r:id="rId27"/>
    <p:sldLayoutId id="2147483673" r:id="rId28"/>
    <p:sldLayoutId id="2147483674" r:id="rId29"/>
    <p:sldLayoutId id="2147483675" r:id="rId30"/>
    <p:sldLayoutId id="2147483676" r:id="rId31"/>
    <p:sldLayoutId id="2147483677" r:id="rId32"/>
    <p:sldLayoutId id="2147483678" r:id="rId33"/>
    <p:sldLayoutId id="2147483679" r:id="rId34"/>
    <p:sldLayoutId id="2147483680" r:id="rId35"/>
    <p:sldLayoutId id="2147483681" r:id="rId36"/>
    <p:sldLayoutId id="2147483682" r:id="rId37"/>
    <p:sldLayoutId id="2147483683" r:id="rId38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457200" marR="0" indent="-3429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8FCE00"/>
        </a:buClr>
        <a:buSzPts val="2800"/>
        <a:buFont typeface="Helvetica"/>
        <a:buChar char="▪"/>
        <a:tabLst/>
        <a:defRPr b="0" baseline="0" cap="none" i="0" spc="0" strike="noStrike" sz="28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1pPr>
      <a:lvl2pPr marL="971550" marR="0" indent="-40005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8FCE00"/>
        </a:buClr>
        <a:buSzPts val="2800"/>
        <a:buFont typeface="Helvetica"/>
        <a:buChar char="▪"/>
        <a:tabLst/>
        <a:defRPr b="0" baseline="0" cap="none" i="0" spc="0" strike="noStrike" sz="28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2pPr>
      <a:lvl3pPr marL="1508760" marR="0" indent="-48006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8FCE00"/>
        </a:buClr>
        <a:buSzPts val="2800"/>
        <a:buFont typeface="Helvetica"/>
        <a:buChar char="▪"/>
        <a:tabLst/>
        <a:defRPr b="0" baseline="0" cap="none" i="0" spc="0" strike="noStrike" sz="28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3pPr>
      <a:lvl4pPr marL="20193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8FCE00"/>
        </a:buClr>
        <a:buSzPts val="2800"/>
        <a:buFont typeface="Helvetica"/>
        <a:buChar char="▪"/>
        <a:tabLst/>
        <a:defRPr b="0" baseline="0" cap="none" i="0" spc="0" strike="noStrike" sz="28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4pPr>
      <a:lvl5pPr marL="24765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8FCE00"/>
        </a:buClr>
        <a:buSzPts val="2800"/>
        <a:buFont typeface="Helvetica"/>
        <a:buChar char="▪"/>
        <a:tabLst/>
        <a:defRPr b="0" baseline="0" cap="none" i="0" spc="0" strike="noStrike" sz="28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5pPr>
      <a:lvl6pPr marL="29337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8FCE00"/>
        </a:buClr>
        <a:buSzPts val="2800"/>
        <a:buFont typeface="Helvetica"/>
        <a:buChar char="•"/>
        <a:tabLst/>
        <a:defRPr b="0" baseline="0" cap="none" i="0" spc="0" strike="noStrike" sz="28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6pPr>
      <a:lvl7pPr marL="33909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8FCE00"/>
        </a:buClr>
        <a:buSzPts val="2800"/>
        <a:buFont typeface="Helvetica"/>
        <a:buChar char="•"/>
        <a:tabLst/>
        <a:defRPr b="0" baseline="0" cap="none" i="0" spc="0" strike="noStrike" sz="28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7pPr>
      <a:lvl8pPr marL="38481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8FCE00"/>
        </a:buClr>
        <a:buSzPts val="2800"/>
        <a:buFont typeface="Helvetica"/>
        <a:buChar char="•"/>
        <a:tabLst/>
        <a:defRPr b="0" baseline="0" cap="none" i="0" spc="0" strike="noStrike" sz="28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8pPr>
      <a:lvl9pPr marL="43053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8FCE00"/>
        </a:buClr>
        <a:buSzPts val="2800"/>
        <a:buFont typeface="Helvetica"/>
        <a:buChar char="•"/>
        <a:tabLst/>
        <a:defRPr b="0" baseline="0" cap="none" i="0" spc="0" strike="noStrike" sz="28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e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e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130048"/>
            </a:gs>
            <a:gs pos="23564">
              <a:srgbClr val="130048"/>
            </a:gs>
            <a:gs pos="28000">
              <a:srgbClr val="130048"/>
            </a:gs>
            <a:gs pos="72000">
              <a:srgbClr val="6E2479"/>
            </a:gs>
            <a:gs pos="74000">
              <a:srgbClr val="6E2479"/>
            </a:gs>
            <a:gs pos="84480">
              <a:srgbClr val="6E2479"/>
            </a:gs>
            <a:gs pos="94000">
              <a:srgbClr val="6E2479"/>
            </a:gs>
            <a:gs pos="100000">
              <a:srgbClr val="6E2479"/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255;p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pPr/>
            <a:r>
              <a:t>An Analysis of a Bounded Resource Search puzzle</a:t>
            </a:r>
          </a:p>
        </p:txBody>
      </p:sp>
      <p:sp>
        <p:nvSpPr>
          <p:cNvPr id="373" name="Google Shape;256;p1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lnSpc>
                <a:spcPct val="72000"/>
              </a:lnSpc>
              <a:spcBef>
                <a:spcPts val="0"/>
              </a:spcBef>
              <a:defRPr sz="1500"/>
            </a:pPr>
            <a:r>
              <a:t>Gopal Anantharaman,</a:t>
            </a:r>
          </a:p>
          <a:p>
            <a:pPr marL="0" indent="0">
              <a:lnSpc>
                <a:spcPct val="72000"/>
              </a:lnSpc>
              <a:spcBef>
                <a:spcPts val="0"/>
              </a:spcBef>
              <a:defRPr sz="1500"/>
            </a:pPr>
          </a:p>
          <a:p>
            <a:pPr marL="0" indent="0">
              <a:lnSpc>
                <a:spcPct val="72000"/>
              </a:lnSpc>
              <a:spcBef>
                <a:spcPts val="0"/>
              </a:spcBef>
              <a:defRPr sz="1500"/>
            </a:pPr>
            <a:r>
              <a:t> KnotTheory.ai Inc.</a:t>
            </a:r>
          </a:p>
        </p:txBody>
      </p:sp>
      <p:sp>
        <p:nvSpPr>
          <p:cNvPr id="374" name="Google Shape;257;p1"/>
          <p:cNvSpPr txBox="1"/>
          <p:nvPr>
            <p:ph type="sldNum" sz="quarter" idx="4294967295"/>
          </p:nvPr>
        </p:nvSpPr>
        <p:spPr>
          <a:xfrm>
            <a:off x="8991600" y="6419850"/>
            <a:ext cx="219963" cy="333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anchor="t"/>
          <a:lstStyle>
            <a:lvl1pPr algn="l"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" name="Google Shape;266;p2"/>
          <p:cNvGrpSpPr/>
          <p:nvPr/>
        </p:nvGrpSpPr>
        <p:grpSpPr>
          <a:xfrm>
            <a:off x="4038600" y="6419850"/>
            <a:ext cx="4114800" cy="365125"/>
            <a:chOff x="0" y="0"/>
            <a:chExt cx="4114800" cy="365125"/>
          </a:xfrm>
        </p:grpSpPr>
        <p:sp>
          <p:nvSpPr>
            <p:cNvPr id="376" name="Rectangle"/>
            <p:cNvSpPr/>
            <p:nvPr/>
          </p:nvSpPr>
          <p:spPr>
            <a:xfrm>
              <a:off x="0" y="0"/>
              <a:ext cx="4114800" cy="365125"/>
            </a:xfrm>
            <a:prstGeom prst="rect">
              <a:avLst/>
            </a:prstGeom>
            <a:blipFill rotWithShape="1">
              <a:blip r:embed="rId3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77" name="Text"/>
            <p:cNvSpPr txBox="1"/>
            <p:nvPr/>
          </p:nvSpPr>
          <p:spPr>
            <a:xfrm>
              <a:off x="45724" y="50455"/>
              <a:ext cx="4023352" cy="264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</a:defRPr>
              </a:lvl1pPr>
            </a:lstStyle>
            <a:p>
              <a:pPr/>
              <a:r>
                <a:t> </a:t>
              </a:r>
            </a:p>
          </p:txBody>
        </p:sp>
      </p:grpSp>
      <p:sp>
        <p:nvSpPr>
          <p:cNvPr id="379" name="Google Shape;263;p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History</a:t>
            </a:r>
          </a:p>
        </p:txBody>
      </p:sp>
      <p:sp>
        <p:nvSpPr>
          <p:cNvPr id="380" name="Google Shape;264;p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28600" indent="-228600">
              <a:lnSpc>
                <a:spcPct val="81000"/>
              </a:lnSpc>
              <a:spcBef>
                <a:spcPts val="0"/>
              </a:spcBef>
              <a:buSzPct val="100000"/>
              <a:defRPr sz="2500"/>
            </a:pPr>
            <a:r>
              <a:t>First posed in Foundation Of Computer Science - FOCS 1980</a:t>
            </a:r>
          </a:p>
          <a:p>
            <a:pPr marL="228600" indent="-228600">
              <a:lnSpc>
                <a:spcPct val="81000"/>
              </a:lnSpc>
              <a:buSzPct val="100000"/>
              <a:defRPr sz="2500"/>
            </a:pPr>
            <a:r>
              <a:t>Algorithms &amp; Theory of Computation book has an algorithm( non-optimal)</a:t>
            </a:r>
          </a:p>
          <a:p>
            <a:pPr marL="228600" indent="-228600">
              <a:lnSpc>
                <a:spcPct val="81000"/>
              </a:lnSpc>
              <a:buSzPct val="100000"/>
              <a:defRPr sz="2500"/>
            </a:pPr>
            <a:r>
              <a:t>Several variations were studied.</a:t>
            </a:r>
          </a:p>
          <a:p>
            <a:pPr marL="228600" indent="-228600">
              <a:lnSpc>
                <a:spcPct val="81000"/>
              </a:lnSpc>
              <a:buSzPct val="100000"/>
              <a:defRPr sz="2500"/>
            </a:pPr>
            <a:r>
              <a:t>My paper, published in Arxiv.org (May 2004 ) – First paper to study the general variant solution using Dynamic Programming.</a:t>
            </a:r>
          </a:p>
          <a:p>
            <a:pPr marL="0" indent="0">
              <a:lnSpc>
                <a:spcPct val="81000"/>
              </a:lnSpc>
              <a:buSzTx/>
              <a:buNone/>
              <a:defRPr sz="2500"/>
            </a:pPr>
            <a:r>
              <a:t>    https://arxiv.org/abs/cs/0405110</a:t>
            </a:r>
          </a:p>
          <a:p>
            <a:pPr marL="228600" indent="-228600">
              <a:lnSpc>
                <a:spcPct val="81000"/>
              </a:lnSpc>
              <a:buSzPct val="100000"/>
              <a:defRPr sz="2500"/>
            </a:pPr>
            <a:r>
              <a:t> Mathematics Magazine – ‘The Egg-Drop Numbers’ – Vol. 77. No . 5 (Dec., 2004), pp. 368-372.  possible independent study with rigorous formal proof.</a:t>
            </a:r>
          </a:p>
          <a:p>
            <a:pPr marL="228600" indent="-228600">
              <a:lnSpc>
                <a:spcPct val="81000"/>
              </a:lnSpc>
              <a:buSzPct val="100000"/>
              <a:defRPr sz="2500"/>
            </a:pPr>
            <a:r>
              <a:t>Several sites with solution – Applicability? Not realized, as much! </a:t>
            </a:r>
          </a:p>
        </p:txBody>
      </p:sp>
      <p:sp>
        <p:nvSpPr>
          <p:cNvPr id="381" name="Google Shape;265;p2"/>
          <p:cNvSpPr txBox="1"/>
          <p:nvPr>
            <p:ph type="sldNum" sz="quarter" idx="2"/>
          </p:nvPr>
        </p:nvSpPr>
        <p:spPr>
          <a:xfrm>
            <a:off x="11545942" y="6470305"/>
            <a:ext cx="188858" cy="2642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275;p3"/>
          <p:cNvSpPr txBox="1"/>
          <p:nvPr/>
        </p:nvSpPr>
        <p:spPr>
          <a:xfrm>
            <a:off x="4084325" y="6381405"/>
            <a:ext cx="4023351" cy="442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pPr/>
            <a:r>
              <a:t>Yeah! The real puzzle is to Optimize Definitions first, before running Theorem mills…</a:t>
            </a:r>
          </a:p>
        </p:txBody>
      </p:sp>
      <p:sp>
        <p:nvSpPr>
          <p:cNvPr id="384" name="Google Shape;271;p3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TAA S</a:t>
            </a:r>
            <a:r>
              <a:rPr>
                <a:solidFill>
                  <a:schemeClr val="accent1"/>
                </a:solidFill>
              </a:rPr>
              <a:t>A deceivingly simple Puzzle</a:t>
            </a:r>
          </a:p>
        </p:txBody>
      </p:sp>
      <p:sp>
        <p:nvSpPr>
          <p:cNvPr id="385" name="Google Shape;272;p3"/>
          <p:cNvSpPr txBox="1"/>
          <p:nvPr>
            <p:ph type="sldNum" sz="quarter" idx="2"/>
          </p:nvPr>
        </p:nvSpPr>
        <p:spPr>
          <a:xfrm>
            <a:off x="11545942" y="6470305"/>
            <a:ext cx="188858" cy="2642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86" name="Google Shape;273;p3"/>
          <p:cNvSpPr txBox="1"/>
          <p:nvPr>
            <p:ph type="body" idx="1"/>
          </p:nvPr>
        </p:nvSpPr>
        <p:spPr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228600" indent="-228600">
              <a:spcBef>
                <a:spcPts val="0"/>
              </a:spcBef>
            </a:lvl1pPr>
          </a:lstStyle>
          <a:p>
            <a:pPr/>
            <a:r>
              <a:t> </a:t>
            </a:r>
          </a:p>
        </p:txBody>
      </p:sp>
      <p:pic>
        <p:nvPicPr>
          <p:cNvPr id="387" name="Google Shape;274;p3" descr="Google Shape;274;p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099040" y="-62757"/>
            <a:ext cx="2001522" cy="10024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283;p4"/>
          <p:cNvSpPr txBox="1"/>
          <p:nvPr/>
        </p:nvSpPr>
        <p:spPr>
          <a:xfrm>
            <a:off x="4084325" y="6470305"/>
            <a:ext cx="4023351" cy="2642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Psst : is it Prime? yes Linear…Centauri Prime :-)</a:t>
            </a:r>
          </a:p>
        </p:txBody>
      </p:sp>
      <p:sp>
        <p:nvSpPr>
          <p:cNvPr id="390" name="Google Shape;280;p4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Main Result</a:t>
            </a:r>
          </a:p>
        </p:txBody>
      </p:sp>
      <p:sp>
        <p:nvSpPr>
          <p:cNvPr id="391" name="Google Shape;281;p4"/>
          <p:cNvSpPr txBox="1"/>
          <p:nvPr>
            <p:ph type="body" idx="1"/>
          </p:nvPr>
        </p:nvSpPr>
        <p:spPr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228600" indent="-228600">
              <a:spcBef>
                <a:spcPts val="0"/>
              </a:spcBef>
            </a:lvl1pPr>
          </a:lstStyle>
          <a:p>
            <a:pPr/>
            <a:r>
              <a:t> </a:t>
            </a:r>
          </a:p>
        </p:txBody>
      </p:sp>
      <p:sp>
        <p:nvSpPr>
          <p:cNvPr id="392" name="Google Shape;282;p4"/>
          <p:cNvSpPr txBox="1"/>
          <p:nvPr>
            <p:ph type="sldNum" sz="quarter" idx="2"/>
          </p:nvPr>
        </p:nvSpPr>
        <p:spPr>
          <a:xfrm>
            <a:off x="11545942" y="6470305"/>
            <a:ext cx="188858" cy="2642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291;p5"/>
          <p:cNvSpPr txBox="1"/>
          <p:nvPr/>
        </p:nvSpPr>
        <p:spPr>
          <a:xfrm>
            <a:off x="4084325" y="6381405"/>
            <a:ext cx="4023351" cy="442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Even simpler proof!  Run your incomplete paper as Prompt for ChatGPT LLM! </a:t>
            </a:r>
          </a:p>
        </p:txBody>
      </p:sp>
      <p:sp>
        <p:nvSpPr>
          <p:cNvPr id="395" name="Google Shape;288;p5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Proof for </a:t>
            </a:r>
            <a:r>
              <a:rPr i="1"/>
              <a:t>k =2 </a:t>
            </a:r>
          </a:p>
        </p:txBody>
      </p:sp>
      <p:sp>
        <p:nvSpPr>
          <p:cNvPr id="396" name="Google Shape;289;p5"/>
          <p:cNvSpPr txBox="1"/>
          <p:nvPr>
            <p:ph type="body" idx="1"/>
          </p:nvPr>
        </p:nvSpPr>
        <p:spPr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228600" indent="-228600">
              <a:spcBef>
                <a:spcPts val="0"/>
              </a:spcBef>
            </a:lvl1pPr>
          </a:lstStyle>
          <a:p>
            <a:pPr/>
            <a:r>
              <a:t> </a:t>
            </a:r>
          </a:p>
        </p:txBody>
      </p:sp>
      <p:sp>
        <p:nvSpPr>
          <p:cNvPr id="397" name="Google Shape;290;p5"/>
          <p:cNvSpPr txBox="1"/>
          <p:nvPr>
            <p:ph type="sldNum" sz="quarter" idx="2"/>
          </p:nvPr>
        </p:nvSpPr>
        <p:spPr>
          <a:xfrm>
            <a:off x="11545942" y="6470305"/>
            <a:ext cx="188858" cy="2642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299;p6"/>
          <p:cNvSpPr txBox="1"/>
          <p:nvPr/>
        </p:nvSpPr>
        <p:spPr>
          <a:xfrm>
            <a:off x="4084325" y="6470305"/>
            <a:ext cx="4023351" cy="2642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OOPS! ChatGPT completed my paper! I Swear! </a:t>
            </a:r>
          </a:p>
        </p:txBody>
      </p:sp>
      <p:sp>
        <p:nvSpPr>
          <p:cNvPr id="400" name="Google Shape;296;p6"/>
          <p:cNvSpPr txBox="1"/>
          <p:nvPr>
            <p:ph type="title"/>
          </p:nvPr>
        </p:nvSpPr>
        <p:spPr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/>
            <a:r>
              <a:t> </a:t>
            </a:r>
          </a:p>
        </p:txBody>
      </p:sp>
      <p:sp>
        <p:nvSpPr>
          <p:cNvPr id="401" name="Google Shape;297;p6"/>
          <p:cNvSpPr txBox="1"/>
          <p:nvPr>
            <p:ph type="body" idx="1"/>
          </p:nvPr>
        </p:nvSpPr>
        <p:spPr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228600" indent="-228600">
              <a:spcBef>
                <a:spcPts val="0"/>
              </a:spcBef>
            </a:lvl1pPr>
          </a:lstStyle>
          <a:p>
            <a:pPr/>
            <a:r>
              <a:t> </a:t>
            </a:r>
          </a:p>
        </p:txBody>
      </p:sp>
      <p:sp>
        <p:nvSpPr>
          <p:cNvPr id="402" name="Google Shape;298;p6"/>
          <p:cNvSpPr txBox="1"/>
          <p:nvPr>
            <p:ph type="sldNum" sz="quarter" idx="2"/>
          </p:nvPr>
        </p:nvSpPr>
        <p:spPr>
          <a:xfrm>
            <a:off x="11545942" y="6470305"/>
            <a:ext cx="188858" cy="2642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307;p7"/>
          <p:cNvSpPr txBox="1"/>
          <p:nvPr/>
        </p:nvSpPr>
        <p:spPr>
          <a:xfrm>
            <a:off x="4084325" y="6381405"/>
            <a:ext cx="4023351" cy="442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It’s close alright!...ChaptGPT completes my paper! Hmmmm…What Exactly is my Math, Then? </a:t>
            </a:r>
          </a:p>
        </p:txBody>
      </p:sp>
      <p:sp>
        <p:nvSpPr>
          <p:cNvPr id="405" name="Google Shape;304;p7"/>
          <p:cNvSpPr txBox="1"/>
          <p:nvPr>
            <p:ph type="title"/>
          </p:nvPr>
        </p:nvSpPr>
        <p:spPr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/>
            <a:r>
              <a:t> </a:t>
            </a:r>
          </a:p>
        </p:txBody>
      </p:sp>
      <p:sp>
        <p:nvSpPr>
          <p:cNvPr id="406" name="Google Shape;305;p7"/>
          <p:cNvSpPr txBox="1"/>
          <p:nvPr>
            <p:ph type="body" idx="1"/>
          </p:nvPr>
        </p:nvSpPr>
        <p:spPr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228600" indent="-228600">
              <a:spcBef>
                <a:spcPts val="0"/>
              </a:spcBef>
            </a:lvl1pPr>
          </a:lstStyle>
          <a:p>
            <a:pPr/>
            <a:r>
              <a:t> </a:t>
            </a:r>
          </a:p>
        </p:txBody>
      </p:sp>
      <p:sp>
        <p:nvSpPr>
          <p:cNvPr id="407" name="Google Shape;306;p7"/>
          <p:cNvSpPr txBox="1"/>
          <p:nvPr>
            <p:ph type="sldNum" sz="quarter" idx="2"/>
          </p:nvPr>
        </p:nvSpPr>
        <p:spPr>
          <a:xfrm>
            <a:off x="11545942" y="6470305"/>
            <a:ext cx="188858" cy="2642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315;p8"/>
          <p:cNvSpPr txBox="1"/>
          <p:nvPr/>
        </p:nvSpPr>
        <p:spPr>
          <a:xfrm>
            <a:off x="4084325" y="6470305"/>
            <a:ext cx="4023351" cy="2642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Psst : Or Wolfram Alpha solve your polynomial</a:t>
            </a:r>
          </a:p>
        </p:txBody>
      </p:sp>
      <p:sp>
        <p:nvSpPr>
          <p:cNvPr id="410" name="Google Shape;312;p8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So, for k=2</a:t>
            </a:r>
          </a:p>
        </p:txBody>
      </p:sp>
      <p:sp>
        <p:nvSpPr>
          <p:cNvPr id="411" name="Google Shape;313;p8"/>
          <p:cNvSpPr txBox="1"/>
          <p:nvPr>
            <p:ph type="body" idx="1"/>
          </p:nvPr>
        </p:nvSpPr>
        <p:spPr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228600" indent="-228600">
              <a:spcBef>
                <a:spcPts val="0"/>
              </a:spcBef>
            </a:lvl1pPr>
          </a:lstStyle>
          <a:p>
            <a:pPr/>
            <a:r>
              <a:t> </a:t>
            </a:r>
          </a:p>
        </p:txBody>
      </p:sp>
      <p:sp>
        <p:nvSpPr>
          <p:cNvPr id="412" name="Google Shape;314;p8"/>
          <p:cNvSpPr txBox="1"/>
          <p:nvPr>
            <p:ph type="sldNum" sz="quarter" idx="2"/>
          </p:nvPr>
        </p:nvSpPr>
        <p:spPr>
          <a:xfrm>
            <a:off x="11545942" y="6470305"/>
            <a:ext cx="188858" cy="2642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323;p9"/>
          <p:cNvSpPr txBox="1"/>
          <p:nvPr/>
        </p:nvSpPr>
        <p:spPr>
          <a:xfrm>
            <a:off x="4084325" y="6292505"/>
            <a:ext cx="4023351" cy="619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Floor has a ceiling? May be there is no ceiling, or only Ceilings. Open , Closed ,Spaces.. sets…Whatever! Topological matters! </a:t>
            </a:r>
          </a:p>
        </p:txBody>
      </p:sp>
      <p:sp>
        <p:nvSpPr>
          <p:cNvPr id="415" name="Google Shape;320;p9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So, which floors to try?</a:t>
            </a:r>
          </a:p>
        </p:txBody>
      </p:sp>
      <p:sp>
        <p:nvSpPr>
          <p:cNvPr id="416" name="Google Shape;321;p9"/>
          <p:cNvSpPr txBox="1"/>
          <p:nvPr>
            <p:ph type="body" idx="1"/>
          </p:nvPr>
        </p:nvSpPr>
        <p:spPr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228600" indent="-228600">
              <a:spcBef>
                <a:spcPts val="0"/>
              </a:spcBef>
            </a:lvl1pPr>
          </a:lstStyle>
          <a:p>
            <a:pPr/>
            <a:r>
              <a:t> </a:t>
            </a:r>
          </a:p>
        </p:txBody>
      </p:sp>
      <p:sp>
        <p:nvSpPr>
          <p:cNvPr id="417" name="Google Shape;322;p9"/>
          <p:cNvSpPr txBox="1"/>
          <p:nvPr>
            <p:ph type="sldNum" sz="quarter" idx="2"/>
          </p:nvPr>
        </p:nvSpPr>
        <p:spPr>
          <a:xfrm>
            <a:off x="11545942" y="6470305"/>
            <a:ext cx="188858" cy="2642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333;p10"/>
          <p:cNvSpPr txBox="1"/>
          <p:nvPr/>
        </p:nvSpPr>
        <p:spPr>
          <a:xfrm>
            <a:off x="4084325" y="6381405"/>
            <a:ext cx="4023351" cy="442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Psst: Ahem!, I…However have a bunch of eggs &amp; NaNs ☺</a:t>
            </a:r>
          </a:p>
        </p:txBody>
      </p:sp>
      <p:sp>
        <p:nvSpPr>
          <p:cNvPr id="420" name="Google Shape;328;p10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Examples for k= 3, 4, 5</a:t>
            </a:r>
          </a:p>
        </p:txBody>
      </p:sp>
      <p:pic>
        <p:nvPicPr>
          <p:cNvPr id="421" name="Google Shape;329;p10" descr="Google Shape;329;p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8001" y="1440873"/>
            <a:ext cx="3297381" cy="4736090"/>
          </a:xfrm>
          <a:prstGeom prst="rect">
            <a:avLst/>
          </a:prstGeom>
          <a:ln w="12700">
            <a:miter lim="400000"/>
          </a:ln>
        </p:spPr>
      </p:pic>
      <p:sp>
        <p:nvSpPr>
          <p:cNvPr id="422" name="Google Shape;330;p10"/>
          <p:cNvSpPr txBox="1"/>
          <p:nvPr>
            <p:ph type="sldNum" sz="quarter" idx="2"/>
          </p:nvPr>
        </p:nvSpPr>
        <p:spPr>
          <a:xfrm>
            <a:off x="11461184" y="6470305"/>
            <a:ext cx="273617" cy="2642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423" name="Google Shape;331;p10" descr="Google Shape;331;p1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805382" y="1440873"/>
            <a:ext cx="4045528" cy="4736090"/>
          </a:xfrm>
          <a:prstGeom prst="rect">
            <a:avLst/>
          </a:prstGeom>
          <a:ln w="12700">
            <a:miter lim="400000"/>
          </a:ln>
        </p:spPr>
      </p:pic>
      <p:pic>
        <p:nvPicPr>
          <p:cNvPr id="424" name="Google Shape;332;p10" descr="Google Shape;332;p1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850908" y="1440873"/>
            <a:ext cx="4184074" cy="473608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341;p11"/>
          <p:cNvSpPr txBox="1"/>
          <p:nvPr/>
        </p:nvSpPr>
        <p:spPr>
          <a:xfrm>
            <a:off x="4084325" y="6381405"/>
            <a:ext cx="4023351" cy="442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Oh! I’ll throw one &amp; Who wants to catch it from the Gal( group)?</a:t>
            </a:r>
          </a:p>
        </p:txBody>
      </p:sp>
      <p:sp>
        <p:nvSpPr>
          <p:cNvPr id="427" name="Google Shape;338;p1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Quick look at the Polynomial-in-hand</a:t>
            </a:r>
          </a:p>
        </p:txBody>
      </p:sp>
      <p:sp>
        <p:nvSpPr>
          <p:cNvPr id="428" name="Google Shape;339;p11"/>
          <p:cNvSpPr txBox="1"/>
          <p:nvPr>
            <p:ph type="body" idx="1"/>
          </p:nvPr>
        </p:nvSpPr>
        <p:spPr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228600" indent="-228600">
              <a:spcBef>
                <a:spcPts val="0"/>
              </a:spcBef>
            </a:lvl1pPr>
          </a:lstStyle>
          <a:p>
            <a:pPr/>
            <a:r>
              <a:t> </a:t>
            </a:r>
          </a:p>
        </p:txBody>
      </p:sp>
      <p:sp>
        <p:nvSpPr>
          <p:cNvPr id="429" name="Google Shape;340;p11"/>
          <p:cNvSpPr txBox="1"/>
          <p:nvPr>
            <p:ph type="sldNum" sz="quarter" idx="2"/>
          </p:nvPr>
        </p:nvSpPr>
        <p:spPr>
          <a:xfrm>
            <a:off x="11472495" y="6470305"/>
            <a:ext cx="262306" cy="2642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349;p12"/>
          <p:cNvSpPr txBox="1"/>
          <p:nvPr/>
        </p:nvSpPr>
        <p:spPr>
          <a:xfrm>
            <a:off x="4084325" y="6470305"/>
            <a:ext cx="4023351" cy="2642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Catcher in the…,  name thy floor! </a:t>
            </a:r>
          </a:p>
        </p:txBody>
      </p:sp>
      <p:sp>
        <p:nvSpPr>
          <p:cNvPr id="432" name="Google Shape;346;p1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Variations and Extensions</a:t>
            </a:r>
          </a:p>
        </p:txBody>
      </p:sp>
      <p:sp>
        <p:nvSpPr>
          <p:cNvPr id="433" name="Google Shape;347;p12"/>
          <p:cNvSpPr txBox="1"/>
          <p:nvPr>
            <p:ph type="body" idx="1"/>
          </p:nvPr>
        </p:nvSpPr>
        <p:spPr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228600" indent="-228600">
              <a:spcBef>
                <a:spcPts val="0"/>
              </a:spcBef>
            </a:lvl1pPr>
          </a:lstStyle>
          <a:p>
            <a:pPr/>
            <a:r>
              <a:t> </a:t>
            </a:r>
          </a:p>
        </p:txBody>
      </p:sp>
      <p:sp>
        <p:nvSpPr>
          <p:cNvPr id="434" name="Google Shape;348;p12"/>
          <p:cNvSpPr txBox="1"/>
          <p:nvPr>
            <p:ph type="sldNum" sz="quarter" idx="2"/>
          </p:nvPr>
        </p:nvSpPr>
        <p:spPr>
          <a:xfrm>
            <a:off x="11461184" y="6470305"/>
            <a:ext cx="273617" cy="2642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357;p13"/>
          <p:cNvSpPr txBox="1"/>
          <p:nvPr/>
        </p:nvSpPr>
        <p:spPr>
          <a:xfrm>
            <a:off x="4084325" y="6381405"/>
            <a:ext cx="4023351" cy="442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One egg better be caught! That will be thrown from a real Blackhole ☺</a:t>
            </a:r>
          </a:p>
        </p:txBody>
      </p:sp>
      <p:sp>
        <p:nvSpPr>
          <p:cNvPr id="437" name="Google Shape;354;p13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Applications, A lot! </a:t>
            </a:r>
          </a:p>
        </p:txBody>
      </p:sp>
      <p:sp>
        <p:nvSpPr>
          <p:cNvPr id="438" name="Google Shape;355;p13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spcBef>
                <a:spcPts val="0"/>
              </a:spcBef>
              <a:buSzTx/>
              <a:buNone/>
            </a:pPr>
            <a:r>
              <a:t>Here is Four more besides Network Loading…</a:t>
            </a:r>
          </a:p>
          <a:p>
            <a:pPr marL="0" indent="0">
              <a:buSzTx/>
              <a:buNone/>
            </a:pPr>
          </a:p>
          <a:p>
            <a:pPr marL="228600" indent="-228600"/>
            <a:r>
              <a:t>Real Blackhole Event Horizon advance measure…</a:t>
            </a:r>
          </a:p>
          <a:p>
            <a:pPr marL="228600" indent="-228600"/>
            <a:r>
              <a:t>Data stream with long sequence of 0s starting ‘somewhere’ and 0s after.</a:t>
            </a:r>
          </a:p>
          <a:p>
            <a:pPr marL="228600" indent="-228600"/>
            <a:r>
              <a:t>Malicious ‘Node’, eating Web Crawlers – called Blackholes, in Byzantine Networks</a:t>
            </a:r>
          </a:p>
          <a:p>
            <a:pPr marL="228600" indent="-228600"/>
            <a:r>
              <a:t>Minima search in Convex models</a:t>
            </a:r>
          </a:p>
        </p:txBody>
      </p:sp>
      <p:sp>
        <p:nvSpPr>
          <p:cNvPr id="439" name="Google Shape;356;p13"/>
          <p:cNvSpPr txBox="1"/>
          <p:nvPr>
            <p:ph type="sldNum" sz="quarter" idx="2"/>
          </p:nvPr>
        </p:nvSpPr>
        <p:spPr>
          <a:xfrm>
            <a:off x="11461184" y="6470305"/>
            <a:ext cx="273617" cy="2642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364;p14"/>
          <p:cNvSpPr txBox="1"/>
          <p:nvPr/>
        </p:nvSpPr>
        <p:spPr>
          <a:xfrm>
            <a:off x="4084325" y="6470305"/>
            <a:ext cx="4023351" cy="2642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This One, to be precise, throws Cosmic eggs ☺</a:t>
            </a:r>
          </a:p>
        </p:txBody>
      </p:sp>
      <p:sp>
        <p:nvSpPr>
          <p:cNvPr id="442" name="Google Shape;362;p14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43" name="Google Shape;363;p14"/>
          <p:cNvSpPr txBox="1"/>
          <p:nvPr>
            <p:ph type="sldNum" sz="quarter" idx="2"/>
          </p:nvPr>
        </p:nvSpPr>
        <p:spPr>
          <a:xfrm>
            <a:off x="11461184" y="6470305"/>
            <a:ext cx="273617" cy="2642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444" name="Google Shape;365;p14" descr="Google Shape;365;p1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3388" y="73025"/>
            <a:ext cx="9554495" cy="6220772"/>
          </a:xfrm>
          <a:prstGeom prst="rect">
            <a:avLst/>
          </a:prstGeom>
          <a:ln w="12700">
            <a:miter lim="400000"/>
          </a:ln>
        </p:spPr>
      </p:pic>
      <p:sp>
        <p:nvSpPr>
          <p:cNvPr id="445" name="Google Shape;366;p14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373;p15"/>
          <p:cNvSpPr txBox="1"/>
          <p:nvPr/>
        </p:nvSpPr>
        <p:spPr>
          <a:xfrm>
            <a:off x="4084325" y="6470305"/>
            <a:ext cx="4023351" cy="2642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……..000000……000000001..Caught it! </a:t>
            </a:r>
          </a:p>
        </p:txBody>
      </p:sp>
      <p:sp>
        <p:nvSpPr>
          <p:cNvPr id="448" name="Google Shape;371;p15"/>
          <p:cNvSpPr txBox="1"/>
          <p:nvPr>
            <p:ph type="body" idx="1"/>
          </p:nvPr>
        </p:nvSpPr>
        <p:spPr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228600" indent="-228600">
              <a:spcBef>
                <a:spcPts val="0"/>
              </a:spcBef>
            </a:lvl1pPr>
          </a:lstStyle>
          <a:p>
            <a:pPr/>
            <a:r>
              <a:t> </a:t>
            </a:r>
          </a:p>
        </p:txBody>
      </p:sp>
      <p:sp>
        <p:nvSpPr>
          <p:cNvPr id="449" name="Google Shape;372;p15"/>
          <p:cNvSpPr txBox="1"/>
          <p:nvPr>
            <p:ph type="sldNum" sz="quarter" idx="2"/>
          </p:nvPr>
        </p:nvSpPr>
        <p:spPr>
          <a:xfrm>
            <a:off x="11461184" y="6470305"/>
            <a:ext cx="273617" cy="2642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50" name="Google Shape;374;p15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DataStream with infinite stream of 0s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381;p16"/>
          <p:cNvSpPr txBox="1"/>
          <p:nvPr/>
        </p:nvSpPr>
        <p:spPr>
          <a:xfrm>
            <a:off x="4084325" y="6470305"/>
            <a:ext cx="4023351" cy="2642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Oh. The Great Eater! </a:t>
            </a:r>
          </a:p>
        </p:txBody>
      </p:sp>
      <p:sp>
        <p:nvSpPr>
          <p:cNvPr id="453" name="Google Shape;379;p16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54" name="Google Shape;380;p16"/>
          <p:cNvSpPr txBox="1"/>
          <p:nvPr>
            <p:ph type="sldNum" sz="quarter" idx="2"/>
          </p:nvPr>
        </p:nvSpPr>
        <p:spPr>
          <a:xfrm>
            <a:off x="11461184" y="6470305"/>
            <a:ext cx="273617" cy="2642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55" name="Google Shape;382;p16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</a:t>
            </a:r>
          </a:p>
        </p:txBody>
      </p:sp>
      <p:pic>
        <p:nvPicPr>
          <p:cNvPr id="456" name="Google Shape;383;p16" descr="Google Shape;383;p1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1133" y="235745"/>
            <a:ext cx="6985001" cy="60626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390;p17"/>
          <p:cNvSpPr txBox="1"/>
          <p:nvPr/>
        </p:nvSpPr>
        <p:spPr>
          <a:xfrm>
            <a:off x="4084325" y="6470305"/>
            <a:ext cx="4023351" cy="2642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Learns to eat Machines ☺</a:t>
            </a:r>
          </a:p>
        </p:txBody>
      </p:sp>
      <p:sp>
        <p:nvSpPr>
          <p:cNvPr id="459" name="Google Shape;388;p17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60" name="Google Shape;389;p17"/>
          <p:cNvSpPr txBox="1"/>
          <p:nvPr>
            <p:ph type="sldNum" sz="quarter" idx="2"/>
          </p:nvPr>
        </p:nvSpPr>
        <p:spPr>
          <a:xfrm>
            <a:off x="11461184" y="6470305"/>
            <a:ext cx="273617" cy="2642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61" name="Google Shape;391;p17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462" name="Google Shape;392;p17" descr="Google Shape;392;p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rot="16200000">
            <a:off x="2778918" y="-2292619"/>
            <a:ext cx="6253164" cy="103547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399;p18"/>
          <p:cNvSpPr txBox="1"/>
          <p:nvPr/>
        </p:nvSpPr>
        <p:spPr>
          <a:xfrm>
            <a:off x="4084325" y="6470305"/>
            <a:ext cx="4023351" cy="2642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Psst: I caught one you know, a bit shakily ! Bye now</a:t>
            </a:r>
          </a:p>
        </p:txBody>
      </p:sp>
      <p:sp>
        <p:nvSpPr>
          <p:cNvPr id="465" name="Google Shape;397;p18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spcBef>
                <a:spcPts val="0"/>
              </a:spcBef>
              <a:buSzTx/>
              <a:buNone/>
            </a:pPr>
          </a:p>
          <a:p>
            <a:pPr marL="50800" indent="127000">
              <a:buSzTx/>
              <a:buNone/>
            </a:pPr>
          </a:p>
          <a:p>
            <a:pPr marL="0" indent="0">
              <a:buSzTx/>
              <a:buNone/>
            </a:pPr>
          </a:p>
          <a:p>
            <a:pPr lvl="2" marL="0" indent="914400">
              <a:spcBef>
                <a:spcPts val="500"/>
              </a:spcBef>
              <a:buSzTx/>
              <a:buNone/>
              <a:defRPr sz="5400"/>
            </a:pPr>
            <a:r>
              <a:t>		Thank You! </a:t>
            </a:r>
          </a:p>
        </p:txBody>
      </p:sp>
      <p:sp>
        <p:nvSpPr>
          <p:cNvPr id="466" name="Google Shape;398;p18"/>
          <p:cNvSpPr txBox="1"/>
          <p:nvPr>
            <p:ph type="sldNum" sz="quarter" idx="2"/>
          </p:nvPr>
        </p:nvSpPr>
        <p:spPr>
          <a:xfrm>
            <a:off x="11461184" y="6470305"/>
            <a:ext cx="273617" cy="2642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67" name="Google Shape;400;p18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Cover">
  <a:themeElements>
    <a:clrScheme name="Cover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Cover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Cov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over">
  <a:themeElements>
    <a:clrScheme name="Cover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Cover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Cov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